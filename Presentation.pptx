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4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9" d="100"/>
          <a:sy n="89" d="100"/>
        </p:scale>
        <p:origin x="37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docs.google.com/document/d/1xndN2HVn9rr7qR-PiOM5qtTygqA-7enf/edit?usp=sharing&amp;ouid=112521046001210897406&amp;rtpof=true&amp;sd=true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drive.google.com/file/d/1W8X9f4I-aNAreaz32lma99tc-Jl7GRaW/view?usp=sharing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hyperlink" Target="https://github.com/MaharshiMD/PortScan-Pro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9461984-4939-F735-CD67-62A1773215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588" y="3429000"/>
            <a:ext cx="5555412" cy="1922371"/>
          </a:xfrm>
        </p:spPr>
        <p:txBody>
          <a:bodyPr>
            <a:normAutofit/>
          </a:bodyPr>
          <a:lstStyle/>
          <a:p>
            <a:r>
              <a:rPr lang="en-IN" dirty="0"/>
              <a:t>Maharshi Vipulbhai Dihora</a:t>
            </a:r>
          </a:p>
          <a:p>
            <a:r>
              <a:rPr lang="en-IN" dirty="0"/>
              <a:t>P P Savani School of Engineering</a:t>
            </a:r>
          </a:p>
          <a:p>
            <a:r>
              <a:rPr lang="en-IN" dirty="0"/>
              <a:t>AICTE ID: STU699dc07316a8c1771946099</a:t>
            </a:r>
          </a:p>
          <a:p>
            <a:endParaRPr lang="en-IN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78D7743-DC2B-DFB3-D1DC-E603B08AA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810" y="1446702"/>
            <a:ext cx="4984381" cy="951441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/>
              <a:t>PortScan Pro</a:t>
            </a:r>
            <a:endParaRPr lang="en-IN" sz="5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707332-D48F-DE36-DE54-1CD6A29EF6A1}"/>
              </a:ext>
            </a:extLst>
          </p:cNvPr>
          <p:cNvSpPr txBox="1"/>
          <p:nvPr/>
        </p:nvSpPr>
        <p:spPr>
          <a:xfrm>
            <a:off x="5534752" y="2136533"/>
            <a:ext cx="41872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Network Port Scanner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972833"/>
            <a:ext cx="8218290" cy="36079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In modern computer networks, open and unsecured ports can expose systems to cyber attacks and unauthorized access. Many users are unaware of active ports and running services, which increases security risks.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Issues:</a:t>
            </a:r>
          </a:p>
          <a:p>
            <a:r>
              <a:rPr lang="en-US" sz="2800" dirty="0">
                <a:solidFill>
                  <a:schemeClr val="tx1"/>
                </a:solidFill>
              </a:rPr>
              <a:t>Lack of awareness about open ports in a system </a:t>
            </a:r>
          </a:p>
          <a:p>
            <a:r>
              <a:rPr lang="en-US" sz="2800" dirty="0">
                <a:solidFill>
                  <a:schemeClr val="tx1"/>
                </a:solidFill>
              </a:rPr>
              <a:t>Open ports can be exploited by attackers </a:t>
            </a:r>
          </a:p>
          <a:p>
            <a:r>
              <a:rPr lang="en-US" sz="2800" dirty="0">
                <a:solidFill>
                  <a:schemeClr val="tx1"/>
                </a:solidFill>
              </a:rPr>
              <a:t>Difficulty in identifying running services </a:t>
            </a:r>
          </a:p>
          <a:p>
            <a:r>
              <a:rPr lang="en-US" sz="2800" dirty="0">
                <a:solidFill>
                  <a:schemeClr val="tx1"/>
                </a:solidFill>
              </a:rPr>
              <a:t>Increased risk of unauthorized access </a:t>
            </a:r>
          </a:p>
          <a:p>
            <a:r>
              <a:rPr lang="en-US" sz="2800" dirty="0">
                <a:solidFill>
                  <a:schemeClr val="tx1"/>
                </a:solidFill>
              </a:rPr>
              <a:t>Need for a fast and efficient scanning tool</a:t>
            </a:r>
          </a:p>
          <a:p>
            <a:pPr>
              <a:lnSpc>
                <a:spcPct val="150000"/>
              </a:lnSpc>
            </a:pP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01" y="680074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5C00E9-CABA-2A95-2AF9-981BB76E2DA2}"/>
              </a:ext>
            </a:extLst>
          </p:cNvPr>
          <p:cNvSpPr txBox="1"/>
          <p:nvPr/>
        </p:nvSpPr>
        <p:spPr>
          <a:xfrm>
            <a:off x="788101" y="1976775"/>
            <a:ext cx="807985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PortScan</a:t>
            </a:r>
            <a:r>
              <a:rPr lang="en-US" sz="2000" b="1" dirty="0"/>
              <a:t> Pro </a:t>
            </a:r>
            <a:r>
              <a:rPr lang="en-US" sz="2000" dirty="0"/>
              <a:t>is a Python-based Network Port Scanner developed to identify open and closed ports on a target system and detect running services. It uses efficient scanning techniques to analyze network security and potential vulnerabilities.</a:t>
            </a:r>
          </a:p>
          <a:p>
            <a:endParaRPr lang="en-US" sz="2000" dirty="0"/>
          </a:p>
          <a:p>
            <a:r>
              <a:rPr lang="en-US" sz="2000" b="1" dirty="0"/>
              <a:t>Key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Scans IP address or domain for open/closed ports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Uses socket programming and multithreading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Supports custom port range scanning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Detects services on open ports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fast and efficient results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1616" y="2077624"/>
            <a:ext cx="7904481" cy="39900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This project is useful for individuals and professionals who want to analyze and improve network security.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End Users:</a:t>
            </a:r>
          </a:p>
          <a:p>
            <a:r>
              <a:rPr lang="en-US" dirty="0">
                <a:solidFill>
                  <a:schemeClr val="tx1"/>
                </a:solidFill>
              </a:rPr>
              <a:t>Cybersecurity students </a:t>
            </a:r>
          </a:p>
          <a:p>
            <a:r>
              <a:rPr lang="en-US" dirty="0">
                <a:solidFill>
                  <a:schemeClr val="tx1"/>
                </a:solidFill>
              </a:rPr>
              <a:t>Network administrators </a:t>
            </a:r>
          </a:p>
          <a:p>
            <a:r>
              <a:rPr lang="en-US" dirty="0">
                <a:solidFill>
                  <a:schemeClr val="tx1"/>
                </a:solidFill>
              </a:rPr>
              <a:t>Ethical hackers </a:t>
            </a:r>
          </a:p>
          <a:p>
            <a:r>
              <a:rPr lang="en-US" dirty="0">
                <a:solidFill>
                  <a:schemeClr val="tx1"/>
                </a:solidFill>
              </a:rPr>
              <a:t>IT professionals </a:t>
            </a:r>
          </a:p>
          <a:p>
            <a:r>
              <a:rPr lang="en-US" dirty="0">
                <a:solidFill>
                  <a:schemeClr val="tx1"/>
                </a:solidFill>
              </a:rPr>
              <a:t>System security analysts</a:t>
            </a:r>
          </a:p>
          <a:p>
            <a:pPr algn="just">
              <a:lnSpc>
                <a:spcPct val="1500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48482" y="1545278"/>
            <a:ext cx="8063269" cy="52434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solidFill>
                  <a:schemeClr val="tx1"/>
                </a:solidFill>
              </a:rPr>
              <a:t>This project is developed using modern programming and networking tools to ensure efficient port scanning.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tx1"/>
                </a:solidFill>
              </a:rPr>
              <a:t>Technologies:</a:t>
            </a:r>
          </a:p>
          <a:p>
            <a:r>
              <a:rPr lang="en-IN" sz="1600" dirty="0">
                <a:solidFill>
                  <a:schemeClr val="tx1"/>
                </a:solidFill>
              </a:rPr>
              <a:t>Python (Core programming language) </a:t>
            </a:r>
          </a:p>
          <a:p>
            <a:r>
              <a:rPr lang="en-IN" sz="1600" dirty="0">
                <a:solidFill>
                  <a:schemeClr val="tx1"/>
                </a:solidFill>
              </a:rPr>
              <a:t>Socket Programming (for network communication) </a:t>
            </a:r>
          </a:p>
          <a:p>
            <a:r>
              <a:rPr lang="en-IN" sz="1600" dirty="0">
                <a:solidFill>
                  <a:schemeClr val="tx1"/>
                </a:solidFill>
              </a:rPr>
              <a:t>Multithreading (for faster scanning) </a:t>
            </a:r>
          </a:p>
          <a:p>
            <a:r>
              <a:rPr lang="en-IN" sz="1600" dirty="0" err="1">
                <a:solidFill>
                  <a:schemeClr val="tx1"/>
                </a:solidFill>
              </a:rPr>
              <a:t>Tkinter</a:t>
            </a:r>
            <a:r>
              <a:rPr lang="en-IN" sz="1600" dirty="0">
                <a:solidFill>
                  <a:schemeClr val="tx1"/>
                </a:solidFill>
              </a:rPr>
              <a:t> (for graphical user interface) 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tx1"/>
                </a:solidFill>
              </a:rPr>
              <a:t>Tools:</a:t>
            </a:r>
          </a:p>
          <a:p>
            <a:r>
              <a:rPr lang="en-IN" sz="1600" dirty="0">
                <a:solidFill>
                  <a:schemeClr val="tx1"/>
                </a:solidFill>
              </a:rPr>
              <a:t>VS Code / PyCharm </a:t>
            </a:r>
          </a:p>
          <a:p>
            <a:r>
              <a:rPr lang="en-IN" sz="1600" dirty="0">
                <a:solidFill>
                  <a:schemeClr val="tx1"/>
                </a:solidFill>
              </a:rPr>
              <a:t>Windows / Kali Linux environment</a:t>
            </a:r>
          </a:p>
          <a:p>
            <a:pPr lvl="1">
              <a:lnSpc>
                <a:spcPct val="150000"/>
              </a:lnSpc>
            </a:pP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8616D9-CC71-C9E1-CD8A-BCD4A7633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87" y="1124125"/>
            <a:ext cx="4705967" cy="40517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FD104A-4F41-C4BA-3F23-A0E9C914B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437" y="1124125"/>
            <a:ext cx="4408337" cy="40517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13D2179-E744-8A33-EC10-CF0E6FC67035}"/>
              </a:ext>
            </a:extLst>
          </p:cNvPr>
          <p:cNvSpPr txBox="1"/>
          <p:nvPr/>
        </p:nvSpPr>
        <p:spPr>
          <a:xfrm>
            <a:off x="675957" y="5598543"/>
            <a:ext cx="8885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Code Link:</a:t>
            </a:r>
          </a:p>
          <a:p>
            <a:r>
              <a:rPr lang="en-IN" dirty="0">
                <a:hlinkClick r:id="rId5"/>
              </a:rPr>
              <a:t>https://docs.google.com/document/Code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E31E08-8382-40EE-8311-07995CA90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40" y="1201586"/>
            <a:ext cx="4491148" cy="43617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2B6B22-053C-8B36-14A8-602E0A6E6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426" y="1201587"/>
            <a:ext cx="4491148" cy="43567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6765E6E-F020-C2C7-D83E-394195A682DD}"/>
              </a:ext>
            </a:extLst>
          </p:cNvPr>
          <p:cNvSpPr txBox="1"/>
          <p:nvPr/>
        </p:nvSpPr>
        <p:spPr>
          <a:xfrm>
            <a:off x="262009" y="5747986"/>
            <a:ext cx="9538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Demo Link:</a:t>
            </a:r>
          </a:p>
          <a:p>
            <a:r>
              <a:rPr lang="en-IN" dirty="0">
                <a:hlinkClick r:id="rId5"/>
              </a:rPr>
              <a:t>https://drive.google.com/file/d/1W8X9f4I-aNAreaz32lma99tc-Jl7GRaW/view?usp=sharing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2AC3E-3424-D53B-5775-4166AC9785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1C72B1-79DC-6820-4ABE-1736CB8CE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377" y="1184949"/>
            <a:ext cx="6997321" cy="495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84772F-55DE-EE05-9946-265367B848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A61EBE-B43D-61C0-4DF8-016898250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903" y="1259458"/>
            <a:ext cx="6961843" cy="492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GitHub link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881C1C-2B37-1667-F888-BF103EC34CE3}"/>
              </a:ext>
            </a:extLst>
          </p:cNvPr>
          <p:cNvSpPr txBox="1"/>
          <p:nvPr/>
        </p:nvSpPr>
        <p:spPr>
          <a:xfrm>
            <a:off x="871267" y="1843950"/>
            <a:ext cx="603849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Project Repository:</a:t>
            </a:r>
            <a:br>
              <a:rPr lang="en-IN" sz="2000" dirty="0"/>
            </a:br>
            <a:r>
              <a:rPr lang="en-IN" sz="2000" dirty="0">
                <a:hlinkClick r:id="rId2"/>
              </a:rPr>
              <a:t>https://github.com/MaharshiMD/PortScan-Pro</a:t>
            </a:r>
            <a:endParaRPr lang="en-IN" sz="2000" dirty="0"/>
          </a:p>
          <a:p>
            <a:endParaRPr lang="en-IN" sz="2000" b="1" dirty="0"/>
          </a:p>
          <a:p>
            <a:r>
              <a:rPr lang="en-IN" sz="2000" b="1" dirty="0"/>
              <a:t>Project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Python source code (Port Scanner)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GUI implementation (</a:t>
            </a:r>
            <a:r>
              <a:rPr lang="en-IN" sz="2000" dirty="0" err="1"/>
              <a:t>Tkinter</a:t>
            </a:r>
            <a:r>
              <a:rPr lang="en-IN" sz="2000" dirty="0"/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Multithreading and socket programming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Export features (JSON, CSV, HTML)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Project documentation (README.md)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6A18BD-2EC9-E2BB-3CB0-C2183B0A15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003923"/>
            <a:ext cx="11340000" cy="885262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02462" y="2570672"/>
            <a:ext cx="6530196" cy="1716656"/>
          </a:xfrm>
        </p:spPr>
        <p:txBody>
          <a:bodyPr>
            <a:normAutofit/>
          </a:bodyPr>
          <a:lstStyle/>
          <a:p>
            <a:r>
              <a:rPr lang="en-IN" sz="2400" dirty="0"/>
              <a:t>Presented by:</a:t>
            </a:r>
            <a:br>
              <a:rPr lang="en-IN" sz="2400" dirty="0"/>
            </a:br>
            <a:r>
              <a:rPr lang="en-IN" sz="2400" u="sng" dirty="0"/>
              <a:t>Maharshi Vipulbhai Dihora</a:t>
            </a:r>
          </a:p>
          <a:p>
            <a:r>
              <a:rPr lang="en-IN" sz="2400" dirty="0"/>
              <a:t>AICTE Internship Project</a:t>
            </a:r>
            <a:br>
              <a:rPr lang="en-IN" sz="2400" dirty="0"/>
            </a:br>
            <a:r>
              <a:rPr lang="en-IN" sz="2400" dirty="0"/>
              <a:t>PortScan Pro – Network Port Scanner</a:t>
            </a:r>
          </a:p>
          <a:p>
            <a:endParaRPr lang="en-IN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DA74A7-9344-1570-2533-5884D3279F8F}"/>
              </a:ext>
            </a:extLst>
          </p:cNvPr>
          <p:cNvSpPr txBox="1"/>
          <p:nvPr/>
        </p:nvSpPr>
        <p:spPr>
          <a:xfrm>
            <a:off x="4813437" y="4934632"/>
            <a:ext cx="2565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purl.org/dc/elements/1.1/"/>
    <ds:schemaRef ds:uri="16c05727-aa75-4e4a-9b5f-8a80a1165891"/>
    <ds:schemaRef ds:uri="http://schemas.microsoft.com/office/2006/metadata/properties"/>
    <ds:schemaRef ds:uri="http://purl.org/dc/terms/"/>
    <ds:schemaRef ds:uri="71af3243-3dd4-4a8d-8c0d-dd76da1f02a5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611</TotalTime>
  <Words>385</Words>
  <Application>Microsoft Office PowerPoint</Application>
  <PresentationFormat>Widescreen</PresentationFormat>
  <Paragraphs>65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PortScan Pro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Maharshi Dihora</cp:lastModifiedBy>
  <cp:revision>95</cp:revision>
  <dcterms:created xsi:type="dcterms:W3CDTF">2021-07-11T13:13:15Z</dcterms:created>
  <dcterms:modified xsi:type="dcterms:W3CDTF">2026-04-07T17:13:08Z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